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374" r:id="rId2"/>
    <p:sldId id="375" r:id="rId3"/>
    <p:sldId id="257" r:id="rId4"/>
    <p:sldId id="376" r:id="rId5"/>
    <p:sldId id="377" r:id="rId6"/>
    <p:sldId id="378" r:id="rId7"/>
    <p:sldId id="379" r:id="rId8"/>
    <p:sldId id="380" r:id="rId9"/>
    <p:sldId id="382" r:id="rId10"/>
    <p:sldId id="38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91" autoAdjust="0"/>
    <p:restoredTop sz="94660"/>
  </p:normalViewPr>
  <p:slideViewPr>
    <p:cSldViewPr snapToGrid="0">
      <p:cViewPr varScale="1">
        <p:scale>
          <a:sx n="74" d="100"/>
          <a:sy n="74" d="100"/>
        </p:scale>
        <p:origin x="18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BAFF0E-449D-426B-83E6-7E557F3BCD7F}" type="datetimeFigureOut">
              <a:rPr lang="en-IN" smtClean="0"/>
              <a:t>08/05/2026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2ADFC2-4656-49F6-8F5B-84313FD652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128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7732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4126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8865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7126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133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1306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9535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0324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264D7-FD5D-4592-B4BA-0A1638C282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322DA6-5CC0-4908-AB19-3BCB77EFC6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FF6F72-5872-4CEB-A8C1-89CFCA549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08/05/2026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6BC3D-6474-4263-9B99-5E9D15575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A2E46B-395F-44BB-A399-301BD8986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32593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59695-79A9-4446-91E3-05E7FE7A1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66FC54-E211-48A1-8BCA-378B4D4D3A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25B42F-19A5-4F50-9CDF-42D673EB0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08/05/2026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AEB133-FF63-4CDE-83A1-44AF473A2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A2E08C-2449-4EE7-85C3-B82B56662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0120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626C4-320A-4799-9AE2-8DDE1CA61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DC3420-268D-4A73-990C-4BA3150862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319061-FA9F-4CD9-8574-300E0E899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08/05/2026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C8B69E-7D13-401E-BA52-560698F83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0F2BDD-5AC8-4AE3-8868-F8CC1DA76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86945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219AC-BA64-4335-BA9B-DF3911CCE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8DA36-87D1-4E4A-8D55-031DDA3086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5276BB-4B19-4B31-A15F-D171E88D88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E846C6-E4EC-417D-8F33-F85084C30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08/05/2026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C9D499-DC6A-4178-AFA3-2E2D44FD3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E19571-DCCE-45D8-8783-EA6DC03D8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19390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78171-0F87-491D-955D-347FAE8D0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23EC69-5405-4A73-84BD-F54C9837DB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A1D5BF-B1AE-44F7-BF58-8E4B057CDD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7E8175-A0D7-4248-A114-5AC9DF5116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338F68-9ACA-4AC9-B3EC-D38E662B2A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F9F48F-32B7-4E62-920E-426CD4A43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08/05/2026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7049EB-BDFC-47EA-9692-76B738943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F573FA-F1A3-4137-8DF6-8477A299D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6541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EC694-79DB-4363-B1A5-15A50E69F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4B602A-C477-4739-9033-AA90AEB95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08/05/2026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E378F1-E22C-4E55-9DDB-BB46A0C14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5B7E4F-F4BD-47E4-8AF4-FE65D6600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3687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180C5E-189E-4B16-8B64-6164F629D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08/05/2026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B3E471-C627-4A6F-8940-20A4EE7AC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F3B9AE-03BF-4E26-AF08-84460AF45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7498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65660-5922-4086-9079-F98C845BC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8CA404-6545-4C37-A301-16A160A007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D04D32-44ED-4022-9B36-1EE734ED65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38BFFD-8B76-47E2-B9FB-5194F0101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08/05/2026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D40FA1-8D0A-4E4C-9953-054729FB8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A9A4A1-B2D3-4598-9C16-19E3F974E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3538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7357B-DBC0-436F-82C9-9BE7A6D46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CAA78A-18AB-4BC5-BEFE-4D14122FCE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76BB34-FC6B-48B7-88A4-726F547354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AB742C-BF4E-4140-8947-871247A33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08/05/2026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1326A-4386-47BF-8036-878141A47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5A690-66C4-49A2-AFF2-86E9646D8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2603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FD690-141F-4B82-AAA6-311E8BB6E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5DCD3E-D233-4229-9571-4585EFE523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12A0F7-FDB1-43FF-A571-32B80EE10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08/05/2026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4B04E9-3520-49DA-836F-CFFB881FB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EC8C8B-43E3-4E78-9BFA-28431143D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45272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6DD375-6C7A-403C-8B36-D5D3CFCF0E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BF1880-F132-48C9-9D79-CA50684340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EB219E-CEFA-45B4-9588-67FAD5B86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08/05/2026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14DA2-B751-43ED-834C-17F142F9E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DBFD0-8FFE-4F10-9A8D-DC32F2294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72880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0540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D61A3F-7420-4211-A9AF-443ACDC04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A53A93-B55A-4668-86F8-9483DF49D6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E196E0-46F1-4FF9-A486-7116F5016B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7F44E2-D9AA-43EA-B93A-EEC6CDC19CD5}" type="datetimeFigureOut">
              <a:rPr lang="en-IN" smtClean="0"/>
              <a:t>08/05/2026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0E07B5-C98B-47C4-829C-B640A6AEE9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113DEB-9452-48C6-802D-EC521E6023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5818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amSharan95/Rvcollegeofengineering_Kairo/tree/main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drive.google.com/file/d/1i_sl-JoTSPh82Zt-kP2FBWx3p5k1YaH-/view?usp=drivesdk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Picture 98">
            <a:extLst>
              <a:ext uri="{FF2B5EF4-FFF2-40B4-BE49-F238E27FC236}">
                <a16:creationId xmlns:a16="http://schemas.microsoft.com/office/drawing/2014/main" id="{AA78BBCF-2634-4089-8492-D8569E905F6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35216" t="9860" r="35722" b="40504"/>
          <a:stretch/>
        </p:blipFill>
        <p:spPr>
          <a:xfrm>
            <a:off x="7372538" y="1619794"/>
            <a:ext cx="4421349" cy="5638238"/>
          </a:xfrm>
          <a:prstGeom prst="rect">
            <a:avLst/>
          </a:prstGeom>
        </p:spPr>
      </p:pic>
      <p:sp>
        <p:nvSpPr>
          <p:cNvPr id="75" name="TextBox 74">
            <a:extLst>
              <a:ext uri="{FF2B5EF4-FFF2-40B4-BE49-F238E27FC236}">
                <a16:creationId xmlns:a16="http://schemas.microsoft.com/office/drawing/2014/main" id="{966C81A6-8FBD-44BD-9DF5-A762864663F9}"/>
              </a:ext>
            </a:extLst>
          </p:cNvPr>
          <p:cNvSpPr txBox="1"/>
          <p:nvPr/>
        </p:nvSpPr>
        <p:spPr>
          <a:xfrm>
            <a:off x="0" y="604461"/>
            <a:ext cx="21825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Berlin Sans FB Demi" panose="020E0802020502020306" pitchFamily="34" charset="0"/>
                <a:ea typeface="SamsungOne 800" panose="020B0903030303020204" pitchFamily="34" charset="0"/>
              </a:rPr>
              <a:t>CLASH OF THE</a:t>
            </a:r>
            <a:endParaRPr lang="en-US" sz="2000" b="1" dirty="0">
              <a:solidFill>
                <a:srgbClr val="E81B25"/>
              </a:solidFill>
              <a:latin typeface="Berlin Sans FB Demi" panose="020E0802020502020306" pitchFamily="34" charset="0"/>
              <a:ea typeface="SamsungOne 800" panose="020B0903030303020204" pitchFamily="34" charset="0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2DB02A4-569F-4135-9840-A60286D3E03F}"/>
              </a:ext>
            </a:extLst>
          </p:cNvPr>
          <p:cNvSpPr txBox="1"/>
          <p:nvPr/>
        </p:nvSpPr>
        <p:spPr>
          <a:xfrm>
            <a:off x="1756232" y="436120"/>
            <a:ext cx="20911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CLAWS</a:t>
            </a:r>
            <a:endParaRPr lang="en-IN" sz="3600" dirty="0">
              <a:latin typeface="Berlin Sans FB Demi" panose="020E0802020502020306" pitchFamily="34" charset="0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DD060EA0-A6D1-484F-8987-38123CE63233}"/>
              </a:ext>
            </a:extLst>
          </p:cNvPr>
          <p:cNvSpPr txBox="1"/>
          <p:nvPr/>
        </p:nvSpPr>
        <p:spPr>
          <a:xfrm>
            <a:off x="614772" y="2459504"/>
            <a:ext cx="5132436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RV COLLEGE OF ENGINEERING  |  KAIRO  &lt;UNIFIED AI PRODUCTIVITY HUB&gt;</a:t>
            </a:r>
          </a:p>
          <a:p>
            <a:pPr algn="ctr"/>
            <a:endParaRPr lang="en-US" sz="2800" b="1" dirty="0">
              <a:solidFill>
                <a:srgbClr val="E81B25"/>
              </a:solidFill>
              <a:latin typeface="Berlin Sans FB Demi" panose="020E0802020502020306" pitchFamily="34" charset="0"/>
              <a:ea typeface="SamsungOne 800" panose="020B0903030303020204" pitchFamily="34" charset="0"/>
            </a:endParaRPr>
          </a:p>
          <a:p>
            <a:pPr algn="ctr"/>
            <a:r>
              <a:rPr lang="en-US" sz="2800" b="1" dirty="0">
                <a:solidFill>
                  <a:schemeClr val="tx2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SHARAN JAYANNA</a:t>
            </a:r>
          </a:p>
          <a:p>
            <a:pPr algn="ctr"/>
            <a:r>
              <a:rPr lang="en-US" sz="2800" b="1" dirty="0">
                <a:solidFill>
                  <a:schemeClr val="tx2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TARUN R A</a:t>
            </a:r>
          </a:p>
          <a:p>
            <a:pPr algn="ctr"/>
            <a:r>
              <a:rPr lang="en-US" sz="2800" b="1" dirty="0">
                <a:solidFill>
                  <a:schemeClr val="tx2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PALLAV K</a:t>
            </a:r>
          </a:p>
          <a:p>
            <a:pPr algn="ctr"/>
            <a:r>
              <a:rPr lang="en-US" sz="2800" b="1" dirty="0">
                <a:solidFill>
                  <a:schemeClr val="tx2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SKANDA B</a:t>
            </a:r>
          </a:p>
          <a:p>
            <a:pPr algn="ctr"/>
            <a:br>
              <a:rPr lang="en-US" sz="2800" b="1" dirty="0">
                <a:solidFill>
                  <a:schemeClr val="tx2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</a:br>
            <a:r>
              <a:rPr lang="en-US" sz="2800" b="1" dirty="0">
                <a:solidFill>
                  <a:schemeClr val="tx2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 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263B24E-BBCD-4BAC-9AEF-81547E82C9E5}"/>
              </a:ext>
            </a:extLst>
          </p:cNvPr>
          <p:cNvGrpSpPr/>
          <p:nvPr/>
        </p:nvGrpSpPr>
        <p:grpSpPr>
          <a:xfrm>
            <a:off x="137355" y="46746"/>
            <a:ext cx="3814159" cy="639045"/>
            <a:chOff x="137355" y="133834"/>
            <a:chExt cx="3814159" cy="639045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3C9D2D8C-378C-4311-B59D-9891D5378E8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7355" y="133834"/>
              <a:ext cx="974396" cy="639045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AA001E0-3B05-4E97-9F59-DA7472558885}"/>
                </a:ext>
              </a:extLst>
            </p:cNvPr>
            <p:cNvSpPr txBox="1"/>
            <p:nvPr/>
          </p:nvSpPr>
          <p:spPr>
            <a:xfrm>
              <a:off x="1017814" y="244337"/>
              <a:ext cx="29337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1" dirty="0">
                  <a:latin typeface="Berlin Sans FB Demi" panose="020E0802020502020306" pitchFamily="34" charset="0"/>
                  <a:ea typeface="SamsungOne 800" panose="020B0903030303020204" pitchFamily="34" charset="0"/>
                </a:rPr>
                <a:t>| Tech Management, SRI-B</a:t>
              </a:r>
              <a:endParaRPr lang="en-US" b="1" dirty="0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547319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740496" y="1682945"/>
            <a:ext cx="557054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Theme: Productivity</a:t>
            </a:r>
          </a:p>
          <a:p>
            <a:r>
              <a:rPr lang="en-US" sz="1400" dirty="0"/>
              <a:t>Professionals juggle 5+ disconnected apps daily — Calendar, Gmail, Notes, News, Ride-hailing. Constant context-switching destroys deep work and executive focus.</a:t>
            </a:r>
          </a:p>
          <a:p>
            <a:endParaRPr lang="en-US" sz="1400" dirty="0"/>
          </a:p>
          <a:p>
            <a:r>
              <a:rPr lang="en-US" sz="1600" b="1" dirty="0"/>
              <a:t>Who Faces It</a:t>
            </a:r>
          </a:p>
          <a:p>
            <a:r>
              <a:rPr lang="en-US" sz="1400" dirty="0"/>
              <a:t>Tech-savvy executives, knowledge workers, and college students who rely heavily on Google Workspace and need a single source of truth for their day.</a:t>
            </a:r>
          </a:p>
          <a:p>
            <a:endParaRPr lang="en-US" sz="1400" dirty="0"/>
          </a:p>
          <a:p>
            <a:r>
              <a:rPr lang="en-US" sz="1600" b="1" dirty="0"/>
              <a:t>Why It Matters</a:t>
            </a:r>
          </a:p>
          <a:p>
            <a:r>
              <a:rPr lang="en-US" sz="1400" dirty="0"/>
              <a:t>Studies show switching between apps costs up to 40% of productive time. A unified, design-driven hub eliminates that friction entirely.</a:t>
            </a:r>
          </a:p>
        </p:txBody>
      </p:sp>
    </p:spTree>
    <p:extLst>
      <p:ext uri="{BB962C8B-B14F-4D97-AF65-F5344CB8AC3E}">
        <p14:creationId xmlns:p14="http://schemas.microsoft.com/office/powerpoint/2010/main" val="14518034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Current Solution &amp; Gaps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740496" y="1682945"/>
            <a:ext cx="55705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Existing Solutions</a:t>
            </a:r>
          </a:p>
          <a:p>
            <a:r>
              <a:rPr lang="en-US" sz="1400" dirty="0"/>
              <a:t>Google Calendar, Gmail, Notion, Slack, Feedly, Uber — each works well in isolation. No single platform connects them all in a seamless, intelligent way.</a:t>
            </a:r>
          </a:p>
          <a:p>
            <a:endParaRPr lang="en-US" sz="1400" dirty="0"/>
          </a:p>
          <a:p>
            <a:r>
              <a:rPr lang="en-US" sz="1600" b="1" dirty="0"/>
              <a:t>What’s Missing</a:t>
            </a:r>
          </a:p>
          <a:p>
            <a:r>
              <a:rPr lang="en-US" sz="1400" dirty="0"/>
              <a:t>No tool combines schedule + mail + knowledge base + commute + curated news with AI into one polished mobile experience.</a:t>
            </a:r>
          </a:p>
          <a:p>
            <a:endParaRPr lang="en-US" sz="1400" dirty="0"/>
          </a:p>
          <a:p>
            <a:r>
              <a:rPr lang="en-US" sz="1600" b="1" dirty="0"/>
              <a:t>The Opportunity</a:t>
            </a:r>
          </a:p>
          <a:p>
            <a:r>
              <a:rPr lang="en-US" sz="1400" dirty="0"/>
              <a:t>Build a design-first, AI-augmented productivity hub for Flutter — one app, zero context-switching.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Your Solutions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740496" y="1682945"/>
            <a:ext cx="55705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What We Built</a:t>
            </a:r>
          </a:p>
          <a:p>
            <a:r>
              <a:rPr lang="en-US" sz="1400" dirty="0"/>
              <a:t>Kairo — a minimalist Flutter app that unifies your schedule, inbox, knowledge base, commute, and curated content into one executive-grade interface.</a:t>
            </a:r>
          </a:p>
          <a:p>
            <a:endParaRPr lang="en-US" sz="1400" dirty="0"/>
          </a:p>
          <a:p>
            <a:r>
              <a:rPr lang="en-US" sz="1600" b="1" dirty="0"/>
              <a:t>Key Features</a:t>
            </a:r>
          </a:p>
          <a:p>
            <a:r>
              <a:rPr lang="en-US" sz="1400" dirty="0"/>
              <a:t>Dashboard — Personalized daily overview, tasks, quick notes &amp; smart commute buffers</a:t>
            </a:r>
          </a:p>
          <a:p>
            <a:r>
              <a:rPr lang="en-US" sz="1400" dirty="0"/>
              <a:t>Hub — AI-generated meeting transcripts &amp; personal knowledge base</a:t>
            </a:r>
          </a:p>
          <a:p>
            <a:r>
              <a:rPr lang="en-US" sz="1400" dirty="0"/>
              <a:t>Schedule — Google Calendar sync with commute-aware dynamic timeline</a:t>
            </a:r>
          </a:p>
          <a:p>
            <a:r>
              <a:rPr lang="en-US" sz="1400" dirty="0"/>
              <a:t>Mail — Gmail integration with smart compose &amp; auto-categorization</a:t>
            </a:r>
          </a:p>
          <a:p>
            <a:r>
              <a:rPr lang="en-US" sz="1400" dirty="0"/>
              <a:t>Stream — Curated news &amp; GitHub trending repos saved to your Hub</a:t>
            </a:r>
          </a:p>
        </p:txBody>
      </p:sp>
    </p:spTree>
    <p:extLst>
      <p:ext uri="{BB962C8B-B14F-4D97-AF65-F5344CB8AC3E}">
        <p14:creationId xmlns:p14="http://schemas.microsoft.com/office/powerpoint/2010/main" val="10052589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Demo/Product Walkthrough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740496" y="1682945"/>
            <a:ext cx="55705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User Flow</a:t>
            </a:r>
          </a:p>
          <a:p>
            <a:r>
              <a:rPr lang="en-US" sz="1400" dirty="0"/>
              <a:t>1. Google Sign-In → Personalized Dashboard with greeting, active tasks &amp; quick notes</a:t>
            </a:r>
          </a:p>
          <a:p>
            <a:r>
              <a:rPr lang="en-US" sz="1400" dirty="0"/>
              <a:t>2. Dashboard → Tap commute card → Smart ride auto-booked with ETD/ETA buffer</a:t>
            </a:r>
          </a:p>
          <a:p>
            <a:r>
              <a:rPr lang="en-US" sz="1400" dirty="0"/>
              <a:t>3. Schedule → Visual day timeline with Google Calendar events &amp; commute slots</a:t>
            </a:r>
          </a:p>
          <a:p>
            <a:r>
              <a:rPr lang="en-US" sz="1400" dirty="0"/>
              <a:t>4. Mail → Categorized inbox → Smart Compose sends replies without leaving Kairo</a:t>
            </a:r>
          </a:p>
          <a:p>
            <a:r>
              <a:rPr lang="en-US" sz="1400" dirty="0"/>
              <a:t>5. Hub → Meeting transcript AI summary + full-screen knowledge asset view</a:t>
            </a:r>
          </a:p>
          <a:p>
            <a:r>
              <a:rPr lang="en-US" sz="1400" dirty="0"/>
              <a:t>6. Stream → Browse GitHub trending → Save repo directly to Knowledge Hub</a:t>
            </a:r>
          </a:p>
        </p:txBody>
      </p:sp>
    </p:spTree>
    <p:extLst>
      <p:ext uri="{BB962C8B-B14F-4D97-AF65-F5344CB8AC3E}">
        <p14:creationId xmlns:p14="http://schemas.microsoft.com/office/powerpoint/2010/main" val="4529606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Tech &amp; Architecture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740496" y="1682945"/>
            <a:ext cx="55705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Tech Stack</a:t>
            </a:r>
          </a:p>
          <a:p>
            <a:r>
              <a:rPr lang="en-US" sz="1400" dirty="0"/>
              <a:t>Framework: Flutter (Dart) with Provider state management &amp; Material 3 design system</a:t>
            </a:r>
          </a:p>
          <a:p>
            <a:r>
              <a:rPr lang="en-US" sz="1400" dirty="0"/>
              <a:t>Auth: Firebase Auth + Google Sign-In (OAuth 2.0)</a:t>
            </a:r>
          </a:p>
          <a:p>
            <a:r>
              <a:rPr lang="en-US" sz="1400" dirty="0"/>
              <a:t>APIs: Google Calendar API, Gmail API, GitHub Trending</a:t>
            </a:r>
          </a:p>
          <a:p>
            <a:r>
              <a:rPr lang="en-US" sz="1400" dirty="0"/>
              <a:t>Fonts: Instrument Serif (headings) + Inter (body) via Google Fonts</a:t>
            </a:r>
          </a:p>
          <a:p>
            <a:endParaRPr lang="en-US" sz="1400" dirty="0"/>
          </a:p>
          <a:p>
            <a:r>
              <a:rPr lang="en-US" sz="1600" b="1" dirty="0"/>
              <a:t>System Flow</a:t>
            </a:r>
          </a:p>
          <a:p>
            <a:r>
              <a:rPr lang="en-US" sz="1400" dirty="0"/>
              <a:t>User → Firebase Auth → Google OAuth → Calendar/Gmail APIs → Provider State → Flutter UI</a:t>
            </a:r>
          </a:p>
        </p:txBody>
      </p:sp>
    </p:spTree>
    <p:extLst>
      <p:ext uri="{BB962C8B-B14F-4D97-AF65-F5344CB8AC3E}">
        <p14:creationId xmlns:p14="http://schemas.microsoft.com/office/powerpoint/2010/main" val="566787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Use cases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740496" y="1682945"/>
            <a:ext cx="55705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Real-Life Scenarios</a:t>
            </a:r>
          </a:p>
          <a:p>
            <a:r>
              <a:rPr lang="en-US" sz="1400" dirty="0"/>
              <a:t>1. Executive at 8 AM opens Kairo → sees meetings, high-priority emails &amp; commute ETA on one screen</a:t>
            </a:r>
          </a:p>
          <a:p>
            <a:r>
              <a:rPr lang="en-US" sz="1400" dirty="0"/>
              <a:t>2. Post-meeting: AI auto-generates transcript summary, saved to Hub for future reference</a:t>
            </a:r>
          </a:p>
          <a:p>
            <a:r>
              <a:rPr lang="en-US" sz="1400" dirty="0"/>
              <a:t>3. Developer browses GitHub trending → saves repo to Knowledge Hub with one tap</a:t>
            </a:r>
          </a:p>
          <a:p>
            <a:r>
              <a:rPr lang="en-US" sz="1400" dirty="0"/>
              <a:t>4. Quick note captured on dashboard → auto-synced to Hub → no idea is ever lost</a:t>
            </a:r>
          </a:p>
          <a:p>
            <a:endParaRPr lang="en-US" sz="1400" dirty="0"/>
          </a:p>
          <a:p>
            <a:r>
              <a:rPr lang="en-US" sz="1600" b="1" dirty="0"/>
              <a:t>Scale Potential</a:t>
            </a:r>
          </a:p>
          <a:p>
            <a:r>
              <a:rPr lang="en-US" sz="1400" dirty="0"/>
              <a:t>Any Google Workspace user globally — 3 billion+ active accounts. Kairo works out of the box for anyone using Gmail + Calendar.</a:t>
            </a:r>
          </a:p>
        </p:txBody>
      </p:sp>
    </p:spTree>
    <p:extLst>
      <p:ext uri="{BB962C8B-B14F-4D97-AF65-F5344CB8AC3E}">
        <p14:creationId xmlns:p14="http://schemas.microsoft.com/office/powerpoint/2010/main" val="22773580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Differentiation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740496" y="1682945"/>
            <a:ext cx="55705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Why Kairo Stands Out</a:t>
            </a:r>
          </a:p>
          <a:p>
            <a:r>
              <a:rPr lang="en-US" sz="1400" dirty="0"/>
              <a:t>Unlike generic dashboards, Kairo combines Gmail + Calendar + Knowledge + Commute + News in one flutter app — with a premium, executive-grade design that rivals native apps.</a:t>
            </a:r>
          </a:p>
          <a:p>
            <a:endParaRPr lang="en-US" sz="1400" dirty="0"/>
          </a:p>
          <a:p>
            <a:r>
              <a:rPr lang="en-US" sz="1600" b="1" dirty="0"/>
              <a:t>MOAT 1: Mobility Logic</a:t>
            </a:r>
          </a:p>
          <a:p>
            <a:r>
              <a:rPr lang="en-US" sz="1400" dirty="0"/>
              <a:t>Calendar-aware commute intelligence that auto-calculates ETD/ETA buffers and triggers ride-hailing — no other productivity app does this natively.</a:t>
            </a:r>
          </a:p>
          <a:p>
            <a:endParaRPr lang="en-US" sz="1400" dirty="0"/>
          </a:p>
          <a:p>
            <a:r>
              <a:rPr lang="en-US" sz="1600" b="1" dirty="0"/>
              <a:t>MOAT 2: AI Knowledge Hub</a:t>
            </a:r>
          </a:p>
          <a:p>
            <a:r>
              <a:rPr lang="en-US" sz="1400" dirty="0"/>
              <a:t>AI-generated meeting summaries with persistent transcript storage + GitHub repo saving creates a compounding personal knowledge base that grows with the user.</a:t>
            </a:r>
          </a:p>
        </p:txBody>
      </p:sp>
    </p:spTree>
    <p:extLst>
      <p:ext uri="{BB962C8B-B14F-4D97-AF65-F5344CB8AC3E}">
        <p14:creationId xmlns:p14="http://schemas.microsoft.com/office/powerpoint/2010/main" val="17464258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Demo Link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740496" y="1682945"/>
            <a:ext cx="5570547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GitHub Repository</a:t>
            </a:r>
          </a:p>
          <a:p>
            <a:r>
              <a:rPr lang="en-US" sz="1400" dirty="0">
                <a:hlinkClick r:id="rId3"/>
              </a:rPr>
              <a:t>https://github.com/iamSharan95/Rvcollegeofengineering_Kairo/tree/main</a:t>
            </a:r>
            <a:endParaRPr lang="en-US" sz="1400" dirty="0"/>
          </a:p>
          <a:p>
            <a:endParaRPr lang="en-US" sz="1400" dirty="0"/>
          </a:p>
          <a:p>
            <a:r>
              <a:rPr lang="en-US" sz="1600" b="1" dirty="0"/>
              <a:t>Live Demo</a:t>
            </a:r>
          </a:p>
          <a:p>
            <a:r>
              <a:rPr lang="en-US" sz="1400" dirty="0">
                <a:hlinkClick r:id="rId4"/>
              </a:rPr>
              <a:t>https://drive.google.com/file/d/1i_sl-JoTSPh82Zt-kP2FBWx3p5k1YaH-/view?usp=drivesdk</a:t>
            </a:r>
            <a:endParaRPr lang="en-US" sz="1400" dirty="0"/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0982795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Future Roadmap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740496" y="1682945"/>
            <a:ext cx="55705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What’s Next for Kairo</a:t>
            </a:r>
          </a:p>
          <a:p>
            <a:r>
              <a:rPr lang="en-US" sz="1400" dirty="0"/>
              <a:t>Claude AI Integration — On-device AI assistant for summarizing emails and drafting context-aware replies</a:t>
            </a:r>
          </a:p>
          <a:p>
            <a:r>
              <a:rPr lang="en-US" sz="1400" dirty="0"/>
              <a:t>Voice Commands — “Hey Kairo, what’s on my schedule today?” using speech-to-intent</a:t>
            </a:r>
          </a:p>
          <a:p>
            <a:r>
              <a:rPr lang="en-US" sz="1400" dirty="0"/>
              <a:t>WhatsApp &amp; Slack Integration — Bring all communications into a single Hub view</a:t>
            </a:r>
          </a:p>
          <a:p>
            <a:r>
              <a:rPr lang="en-US" sz="1400" dirty="0"/>
              <a:t>Team Workspace — Shared knowledge base and collaborative schedule for small teams</a:t>
            </a:r>
          </a:p>
          <a:p>
            <a:r>
              <a:rPr lang="en-US" sz="1400" dirty="0"/>
              <a:t>iOS &amp; Web App — Expand Flutter build to cover all platforms with a unified codebase</a:t>
            </a:r>
          </a:p>
        </p:txBody>
      </p:sp>
    </p:spTree>
    <p:extLst>
      <p:ext uri="{BB962C8B-B14F-4D97-AF65-F5344CB8AC3E}">
        <p14:creationId xmlns:p14="http://schemas.microsoft.com/office/powerpoint/2010/main" val="23082323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782</Words>
  <Application>Microsoft Office PowerPoint</Application>
  <PresentationFormat>Widescreen</PresentationFormat>
  <Paragraphs>104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Berlin Sans FB Demi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Prakhar Chandrakar ./PRISM /SRI-Bangalore/Professional/Samsung Electronics</dc:creator>
  <cp:lastModifiedBy>Tarun R A</cp:lastModifiedBy>
  <cp:revision>4</cp:revision>
  <dcterms:created xsi:type="dcterms:W3CDTF">2026-04-27T09:11:02Z</dcterms:created>
  <dcterms:modified xsi:type="dcterms:W3CDTF">2026-05-08T18:31:22Z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